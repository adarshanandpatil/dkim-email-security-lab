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DomainKeys Identified Mail (DKIM)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Email Authentication and Protection Against Email Tampering</a:t>
            </a:r>
          </a:p>
          <a:p>
            <a:r>
              <a:rPr sz="2400"/>
              <a:t>CNS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Why Do We Need DKIM?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Sender address spoofing</a:t>
            </a:r>
          </a:p>
          <a:p>
            <a:r>
              <a:rPr sz="2400"/>
              <a:t>• Phishing emails</a:t>
            </a:r>
          </a:p>
          <a:p>
            <a:r>
              <a:rPr sz="2400"/>
              <a:t>• Message tampering</a:t>
            </a:r>
          </a:p>
          <a:p>
            <a:r>
              <a:rPr sz="2400"/>
              <a:t>• Spam</a:t>
            </a:r>
          </a:p>
          <a:p>
            <a:r>
              <a:rPr sz="2400"/>
              <a:t>• Domain impersonation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Email Threat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An attacker may make a message appear to come from a trusted organization.</a:t>
            </a:r>
          </a:p>
          <a:p>
            <a:r>
              <a:rPr sz="2400"/>
              <a:t>Question: How can the receiver evaluate cryptographic authenticity?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What is DKIM?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Private Key → Signing</a:t>
            </a:r>
          </a:p>
          <a:p>
            <a:r>
              <a:rPr sz="2400"/>
              <a:t>DNS → Public Key Publication</a:t>
            </a:r>
          </a:p>
          <a:p>
            <a:r>
              <a:rPr sz="2400"/>
              <a:t>Public Key →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DKIM 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Sender → DKIM Signing System → Private Key → DNS → Receiver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High-Level DKIM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Email → Signing → DKIM Signature → Internet → DNS Lookup → Verification → PASS/FAIL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Email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Example:</a:t>
            </a:r>
          </a:p>
          <a:p>
            <a:r>
              <a:rPr sz="2400"/>
              <a:t>From: college@example.com</a:t>
            </a:r>
          </a:p>
          <a:p>
            <a:r>
              <a:rPr sz="2400"/>
              <a:t>To: student@example.com</a:t>
            </a:r>
          </a:p>
          <a:p>
            <a:r>
              <a:rPr sz="2400"/>
              <a:t>Subject: Important Examination Notice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Canonicalization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Creates a consistent representation.</a:t>
            </a:r>
          </a:p>
          <a:p>
            <a:r>
              <a:rPr sz="2400"/>
              <a:t>Simple: strict formatting.</a:t>
            </a:r>
          </a:p>
          <a:p>
            <a:r>
              <a:rPr sz="2400"/>
              <a:t>Relaxed: tolerates common routine formatting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SHA-256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Protected content → SHA-256 → Digital fingerprint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Private-Key Signing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Authorized domain signing system uses private key material to create the signature.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DKIM-Signature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v=1</a:t>
            </a:r>
          </a:p>
          <a:p>
            <a:r>
              <a:rPr sz="2400"/>
              <a:t>a=rsa-sha256</a:t>
            </a:r>
          </a:p>
          <a:p>
            <a:r>
              <a:rPr sz="2400"/>
              <a:t>c=relaxed/relaxed</a:t>
            </a:r>
          </a:p>
          <a:p>
            <a:r>
              <a:rPr sz="2400"/>
              <a:t>d=college-example.com</a:t>
            </a:r>
          </a:p>
          <a:p>
            <a:r>
              <a:rPr sz="2400"/>
              <a:t>s=demo</a:t>
            </a:r>
          </a:p>
          <a:p>
            <a:r>
              <a:rPr sz="2400"/>
              <a:t>h=from:to:subject</a:t>
            </a:r>
          </a:p>
          <a:p>
            <a:r>
              <a:rPr sz="2400"/>
              <a:t>bh=Body Hash</a:t>
            </a:r>
          </a:p>
          <a:p>
            <a:r>
              <a:rPr sz="2400"/>
              <a:t>b=Digital Signature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Domain and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d= identifies signing domain</a:t>
            </a:r>
          </a:p>
          <a:p>
            <a:r>
              <a:rPr sz="2400"/>
              <a:t>s= identifies key selector</a:t>
            </a:r>
          </a:p>
          <a:p>
            <a:r>
              <a:rPr sz="2400"/>
              <a:t>DNS query:</a:t>
            </a:r>
          </a:p>
          <a:p>
            <a:r>
              <a:rPr sz="2400"/>
              <a:t>demo._domainkey.college-example.com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Email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Sender domain → Mail servers → Internet → Receiver domain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DNS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Receiver reads d= and s= and retrieves the corresponding public key from DNS.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Received email + DKIM signature + DNS public key →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DKIM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Verification succeeds for the unchanged signed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Attacker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Attacker modifies:</a:t>
            </a:r>
          </a:p>
          <a:p>
            <a:r>
              <a:rPr sz="2400"/>
              <a:t>'Your examination schedule is available.'</a:t>
            </a:r>
          </a:p>
          <a:p>
            <a:r>
              <a:rPr sz="2400"/>
              <a:t>into a suspicious altered message.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DKIM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Original signed representation ≠ modified received representation.</a:t>
            </a:r>
          </a:p>
          <a:p>
            <a:r>
              <a:rPr sz="2400"/>
              <a:t>Verification can fail.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Robot Video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ARIA creates email</a:t>
            </a:r>
          </a:p>
          <a:p>
            <a:r>
              <a:rPr sz="2400"/>
              <a:t>SIGNER-01 signs</a:t>
            </a:r>
          </a:p>
          <a:p>
            <a:r>
              <a:rPr sz="2400"/>
              <a:t>DNS-01 provides public key</a:t>
            </a:r>
          </a:p>
          <a:p>
            <a:r>
              <a:rPr sz="2400"/>
              <a:t>SHADOW-X attacks</a:t>
            </a:r>
          </a:p>
          <a:p>
            <a:r>
              <a:rPr sz="2400"/>
              <a:t>GUARD-01 verifies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Live Project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1. Sign &amp; Send</a:t>
            </a:r>
          </a:p>
          <a:p>
            <a:r>
              <a:rPr sz="2400"/>
              <a:t>2. Show DNS record</a:t>
            </a:r>
          </a:p>
          <a:p>
            <a:r>
              <a:rPr sz="2400"/>
              <a:t>3. Show PASS</a:t>
            </a:r>
          </a:p>
          <a:p>
            <a:r>
              <a:rPr sz="2400"/>
              <a:t>4. Modify message</a:t>
            </a:r>
          </a:p>
          <a:p>
            <a:r>
              <a:rPr sz="2400"/>
              <a:t>5. Show FAIL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DKIM with SPF and DMARC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SPF: sending server authorization</a:t>
            </a:r>
          </a:p>
          <a:p>
            <a:r>
              <a:rPr sz="2400"/>
              <a:t>DKIM: cryptographic signature verification</a:t>
            </a:r>
          </a:p>
          <a:p>
            <a:r>
              <a:rPr sz="2400"/>
              <a:t>DMARC: policy and alignment framework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Cryptographic authentication</a:t>
            </a:r>
          </a:p>
          <a:p>
            <a:r>
              <a:rPr sz="2400"/>
              <a:t>• Tampering detection</a:t>
            </a:r>
          </a:p>
          <a:p>
            <a:r>
              <a:rPr sz="2400"/>
              <a:t>• Automatic operation</a:t>
            </a:r>
          </a:p>
          <a:p>
            <a:r>
              <a:rPr sz="2400"/>
              <a:t>• DNS-based public-key distribution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DKIM alone does not encrypt email.</a:t>
            </a:r>
          </a:p>
          <a:p>
            <a:r>
              <a:rPr sz="2400"/>
              <a:t>DKIM alone does not guarantee an email is safe.</a:t>
            </a:r>
          </a:p>
          <a:p>
            <a:r>
              <a:rPr sz="2400"/>
              <a:t>Best used with SPF and DMARC.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Email → DKIM Signing → Private Key → Signature → Internet → DNS Public Key → Verification → PASS/FAIL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